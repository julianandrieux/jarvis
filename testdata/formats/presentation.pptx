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9675" cy="1069181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09800" y="824040"/>
            <a:ext cx="5864040" cy="134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009800" y="2382480"/>
            <a:ext cx="5864040" cy="465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1440" y="512640"/>
            <a:ext cx="350856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Facture n° FAC-2026-0917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21440" y="939240"/>
            <a:ext cx="4098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Fournisseur : </a:t>
            </a: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Atelier Dubois SARL, 12 rue des Lilas, 57000 Metz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721440" y="1229400"/>
            <a:ext cx="2773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Client : </a:t>
            </a: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Famille Martin — Date : 17/09/2026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347480" y="1546920"/>
            <a:ext cx="771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Désignation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777400" y="1546920"/>
            <a:ext cx="237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Qté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174840" y="1546920"/>
            <a:ext cx="462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PU HT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832200" y="1546920"/>
            <a:ext cx="606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Total HT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39080" y="1759680"/>
            <a:ext cx="1681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Rénovation cuisine — pose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761560" y="17596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065760" y="1759680"/>
            <a:ext cx="1334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1 250,00 € 1 250,00 €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39080" y="1972440"/>
            <a:ext cx="206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Fourniture plan de travail chêne 2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065760" y="1972440"/>
            <a:ext cx="534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340,50 €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715320" y="1522080"/>
            <a:ext cx="203292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721800" y="1528200"/>
            <a:ext cx="201996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738520" y="1522080"/>
            <a:ext cx="3132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745000" y="1528200"/>
            <a:ext cx="3002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042000" y="1522080"/>
            <a:ext cx="72468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048480" y="1528200"/>
            <a:ext cx="71172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3756960" y="1522080"/>
            <a:ext cx="7538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3763440" y="1528200"/>
            <a:ext cx="7412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715320" y="1740240"/>
            <a:ext cx="3795480" cy="0"/>
          </a:xfrm>
          <a:prstGeom prst="line">
            <a:avLst/>
          </a:prstGeom>
          <a:ln w="10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-360" rIns="360" bIns="-36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715320" y="1953720"/>
            <a:ext cx="3795480" cy="0"/>
          </a:xfrm>
          <a:prstGeom prst="line">
            <a:avLst/>
          </a:prstGeom>
          <a:ln w="10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-360" rIns="360" bIns="-36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721800" y="2167200"/>
            <a:ext cx="201996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715320" y="2173320"/>
            <a:ext cx="203292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745000" y="2167200"/>
            <a:ext cx="3002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738520" y="2173320"/>
            <a:ext cx="3132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3048480" y="2167200"/>
            <a:ext cx="71172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3042000" y="2173320"/>
            <a:ext cx="72468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763440" y="2167200"/>
            <a:ext cx="7412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756960" y="2173320"/>
            <a:ext cx="7538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23240" y="1526400"/>
            <a:ext cx="0" cy="64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716760" y="1519920"/>
            <a:ext cx="0" cy="65484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746080" y="1526400"/>
            <a:ext cx="0" cy="64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739960" y="1526400"/>
            <a:ext cx="0" cy="64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3049560" y="1526400"/>
            <a:ext cx="0" cy="64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3043440" y="1526400"/>
            <a:ext cx="0" cy="64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3764880" y="1526400"/>
            <a:ext cx="0" cy="64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3758400" y="1526400"/>
            <a:ext cx="0" cy="64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509000" y="1519920"/>
            <a:ext cx="0" cy="65484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4502520" y="1526400"/>
            <a:ext cx="0" cy="6418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/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780720" y="1972440"/>
            <a:ext cx="534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681,00 €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721440" y="2175120"/>
            <a:ext cx="4674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Total HT : </a:t>
            </a: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1 931,00 € — </a:t>
            </a:r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TVA 20 % : </a:t>
            </a: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386,20 € — </a:t>
            </a:r>
            <a:r>
              <a:rPr lang="fr-FR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Total TTC : 2 317,20 €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cp:revision>0</cp:revision>
  <dc:subject/>
  <dc:title/>
</cp:coreProperties>
</file>